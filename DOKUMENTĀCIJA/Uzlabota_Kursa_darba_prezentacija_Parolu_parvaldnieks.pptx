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7109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6537014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0318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5166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3693092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555679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662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3677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160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5C84EB-2F28-E562-881B-B806BFB1F6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563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994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56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508CA-0A86-DB29-A355-164055AAF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45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604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00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4958A4-97EB-BC96-B5DB-CA25200FF5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5358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089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50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2ABFC2-35CF-BA91-9F1C-0DBDE26F68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053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4655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608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6C500E-B3D8-F24A-92A9-371F40A6ED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221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3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8436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56895-8110-08C4-A8EB-2888E76E7F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39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79394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075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355C66-DB30-3537-4171-E8D01DCAF3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976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0791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66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D2C60-B590-54E7-139E-5FA7C4D3EF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474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66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8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993C58-BE08-E50A-BF0F-E19D6CCA49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741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0719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8190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C8C9E7-F4F1-83D5-EC54-12AA2ED7B6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96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3062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153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51D60B-D3B9-6BDD-04E3-60524E9C1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472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091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258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C71110-2E60-6D7D-8827-C381F5CCF1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9079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5933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355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67ED89-C422-0879-3DA6-E96A2B54A3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79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504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729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BE4720-3154-92C7-BD50-15A9F4C9F3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730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0641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520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02EBD5-8CF3-F6B9-1962-922E887C3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0380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146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5662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9AC02C-0AB6-0705-EE4B-4878F884DB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882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8256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7186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07BE2A-C904-7701-9FB9-54CF9049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625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471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736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010F09-580F-CEC7-69A8-1BE5DA3682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14000">
              <a:schemeClr val="tx2"/>
            </a:gs>
            <a:gs pos="100000">
              <a:schemeClr val="tx2">
                <a:lumMod val="75000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1412370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2284" y="9144"/>
            <a:ext cx="9148570" cy="6848854"/>
          </a:xfrm>
          <a:prstGeom prst="rect">
            <a:avLst/>
          </a:prstGeom>
        </p:spPr>
      </p:pic>
      <p:sp>
        <p:nvSpPr>
          <p:cNvPr id="1008050127" name=""/>
          <p:cNvSpPr/>
          <p:nvPr/>
        </p:nvSpPr>
        <p:spPr bwMode="auto">
          <a:xfrm rot="0" flipH="0" flipV="0">
            <a:off x="4559" y="4051"/>
            <a:ext cx="9134879" cy="6849891"/>
          </a:xfrm>
          <a:prstGeom prst="rect">
            <a:avLst/>
          </a:prstGeom>
          <a:gradFill>
            <a:gsLst>
              <a:gs pos="1000">
                <a:schemeClr val="tx2">
                  <a:alpha val="23000"/>
                </a:schemeClr>
              </a:gs>
              <a:gs pos="75000">
                <a:schemeClr val="tx2">
                  <a:lumMod val="50000"/>
                  <a:alpha val="23000"/>
                </a:schemeClr>
              </a:gs>
            </a:gsLst>
            <a:path path="circle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83740976" name="Title 1"/>
          <p:cNvSpPr>
            <a:spLocks noGrp="1"/>
          </p:cNvSpPr>
          <p:nvPr>
            <p:ph type="ctrTitle"/>
          </p:nvPr>
        </p:nvSpPr>
        <p:spPr bwMode="auto">
          <a:xfrm>
            <a:off x="1143000" y="1122363"/>
            <a:ext cx="6858000" cy="2387599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55754988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145285" y="3602734"/>
            <a:ext cx="6858000" cy="1655760"/>
          </a:xfrm>
        </p:spPr>
        <p:txBody>
          <a:bodyPr vertOverflow="overflow" horzOverflow="overflow" vert="horz" wrap="square" lIns="91440" tIns="274318" rIns="91440" bIns="45720" numCol="1" spcCol="0" rtlCol="0" fromWordArt="0" anchor="t" anchorCtr="0" forceAA="0" upright="0" compatLnSpc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584909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611412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7542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397628110" name="Rectangle 640957806"/>
          <p:cNvSpPr/>
          <p:nvPr/>
        </p:nvSpPr>
        <p:spPr bwMode="auto">
          <a:xfrm rot="0" flipH="0" flipV="0">
            <a:off x="2677948" y="3530036"/>
            <a:ext cx="37800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chemeClr val="bg1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7952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28648" y="365123"/>
            <a:ext cx="7886700" cy="112157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894808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155123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615141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422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355439776" name="Rectangle 640957806"/>
          <p:cNvSpPr/>
          <p:nvPr/>
        </p:nvSpPr>
        <p:spPr bwMode="auto">
          <a:xfrm rot="0" flipH="0" flipV="0">
            <a:off x="3527831" y="1486702"/>
            <a:ext cx="2082325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67130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28648" y="365123"/>
            <a:ext cx="7886700" cy="112157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54257070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395484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14398F-3795-7DE0-858E-3925D44B3378}" type="datetimeFigureOut">
              <a:rPr/>
              <a:t/>
            </a:fld>
            <a:endParaRPr/>
          </a:p>
        </p:txBody>
      </p:sp>
      <p:sp>
        <p:nvSpPr>
          <p:cNvPr id="6926410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75800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D9411B4-B34A-E1DB-16D9-0D265777C9EB}" type="slidenum">
              <a:rPr/>
              <a:t/>
            </a:fld>
            <a:endParaRPr/>
          </a:p>
        </p:txBody>
      </p:sp>
      <p:sp>
        <p:nvSpPr>
          <p:cNvPr id="1170829641" name="Rectangle 640957806"/>
          <p:cNvSpPr/>
          <p:nvPr/>
        </p:nvSpPr>
        <p:spPr bwMode="auto">
          <a:xfrm rot="0" flipH="0" flipV="0">
            <a:off x="628648" y="1486702"/>
            <a:ext cx="78867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5000">
              <a:schemeClr val="tx2"/>
            </a:gs>
            <a:gs pos="84000">
              <a:schemeClr val="tx2">
                <a:lumMod val="75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9664014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15466" y="8104"/>
            <a:ext cx="9162634" cy="6858000"/>
          </a:xfrm>
          <a:prstGeom prst="rect">
            <a:avLst/>
          </a:prstGeom>
        </p:spPr>
      </p:pic>
      <p:sp>
        <p:nvSpPr>
          <p:cNvPr id="1434060344" name="Title 1"/>
          <p:cNvSpPr>
            <a:spLocks noGrp="1"/>
          </p:cNvSpPr>
          <p:nvPr>
            <p:ph type="title"/>
          </p:nvPr>
        </p:nvSpPr>
        <p:spPr bwMode="auto">
          <a:xfrm>
            <a:off x="623886" y="1399140"/>
            <a:ext cx="7886700" cy="285273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660344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6" y="4278863"/>
            <a:ext cx="7886700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060323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240206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0991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370078306" name="Rectangle 640957806"/>
          <p:cNvSpPr/>
          <p:nvPr/>
        </p:nvSpPr>
        <p:spPr bwMode="auto">
          <a:xfrm rot="0" flipH="0" flipV="0">
            <a:off x="-8163" y="6017640"/>
            <a:ext cx="9160328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80000">
              <a:srgbClr val="FFFFFF">
                <a:alpha val="44999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9908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737561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4"/>
            <a:ext cx="38862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376136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49" y="1825624"/>
            <a:ext cx="38862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362285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407057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2388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22850178" name="Rectangle 640957806"/>
          <p:cNvSpPr/>
          <p:nvPr/>
        </p:nvSpPr>
        <p:spPr bwMode="auto">
          <a:xfrm rot="0" flipH="0" flipV="0">
            <a:off x="1553" y="6121172"/>
            <a:ext cx="9160327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50000">
              <a:srgbClr val="FFFFFF">
                <a:alpha val="44999"/>
              </a:srgb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845310" name="Title 1"/>
          <p:cNvSpPr>
            <a:spLocks noGrp="1"/>
          </p:cNvSpPr>
          <p:nvPr>
            <p:ph type="title"/>
          </p:nvPr>
        </p:nvSpPr>
        <p:spPr bwMode="auto">
          <a:xfrm>
            <a:off x="629840" y="365124"/>
            <a:ext cx="78867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4325784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29840" y="1690686"/>
            <a:ext cx="3868338" cy="814385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845920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0" y="2505073"/>
            <a:ext cx="3868340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10502413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4629148" y="1690686"/>
            <a:ext cx="3887390" cy="814385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1433439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49" y="2505073"/>
            <a:ext cx="3887390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1021312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4736414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8027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467578713" name="Rectangle 640957806"/>
          <p:cNvSpPr/>
          <p:nvPr/>
        </p:nvSpPr>
        <p:spPr bwMode="auto">
          <a:xfrm rot="0" flipH="0" flipV="0">
            <a:off x="1748084" y="1690686"/>
            <a:ext cx="5647827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tx2">
                <a:lumMod val="75000"/>
              </a:schemeClr>
            </a:gs>
            <a:gs pos="100000">
              <a:schemeClr val="tx2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566019" name="Title 1"/>
          <p:cNvSpPr>
            <a:spLocks noGrp="1"/>
          </p:cNvSpPr>
          <p:nvPr>
            <p:ph type="title"/>
          </p:nvPr>
        </p:nvSpPr>
        <p:spPr bwMode="auto">
          <a:xfrm>
            <a:off x="629840" y="457200"/>
            <a:ext cx="2949177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86177474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3887390" y="457198"/>
            <a:ext cx="4629149" cy="540384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7256822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0" y="2057400"/>
            <a:ext cx="2949177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297980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262853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7573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57424894" name="Rectangle 640957806"/>
          <p:cNvSpPr/>
          <p:nvPr/>
        </p:nvSpPr>
        <p:spPr bwMode="auto">
          <a:xfrm rot="0" flipH="0" flipV="0">
            <a:off x="628648" y="1984248"/>
            <a:ext cx="2950367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tx2"/>
            </a:gs>
            <a:gs pos="100000">
              <a:schemeClr val="tx2">
                <a:lumMod val="75000"/>
              </a:schemeClr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9897798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15465" y="8103"/>
            <a:ext cx="9162633" cy="6858000"/>
          </a:xfrm>
          <a:prstGeom prst="rect">
            <a:avLst/>
          </a:prstGeom>
        </p:spPr>
      </p:pic>
      <p:sp>
        <p:nvSpPr>
          <p:cNvPr id="70414463" name="Title 1"/>
          <p:cNvSpPr>
            <a:spLocks noGrp="1"/>
          </p:cNvSpPr>
          <p:nvPr>
            <p:ph type="title"/>
          </p:nvPr>
        </p:nvSpPr>
        <p:spPr bwMode="auto">
          <a:xfrm>
            <a:off x="628648" y="2455619"/>
            <a:ext cx="7886700" cy="132556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7316215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3547937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04225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2961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22842742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59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698143" name="Title 1"/>
          <p:cNvSpPr>
            <a:spLocks noGrp="1"/>
          </p:cNvSpPr>
          <p:nvPr>
            <p:ph type="title"/>
          </p:nvPr>
        </p:nvSpPr>
        <p:spPr bwMode="auto">
          <a:xfrm>
            <a:off x="629840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72166490" name="Content Placeholder 2"/>
          <p:cNvSpPr>
            <a:spLocks noGrp="1"/>
          </p:cNvSpPr>
          <p:nvPr>
            <p:ph idx="1"/>
          </p:nvPr>
        </p:nvSpPr>
        <p:spPr bwMode="auto">
          <a:xfrm>
            <a:off x="3887390" y="987424"/>
            <a:ext cx="4629149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4695201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0" y="2057400"/>
            <a:ext cx="2949177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988086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866544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33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8294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432577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980668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929077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136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86471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4"/>
            <a:ext cx="1971675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6005298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4"/>
            <a:ext cx="5800725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003258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293802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277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rgbClr val="FFFFFF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40314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4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5757757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630936" y="1828800"/>
            <a:ext cx="78867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8857147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49"/>
            <a:ext cx="20574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511757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49"/>
            <a:ext cx="30861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130041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49"/>
            <a:ext cx="20574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96790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Paroļu pārvaldnieks</a:t>
            </a:r>
            <a:endParaRPr/>
          </a:p>
        </p:txBody>
      </p:sp>
      <p:sp>
        <p:nvSpPr>
          <p:cNvPr id="2097661250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274317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/>
              <a:t>Kursa darba prezentācija</a:t>
            </a:r>
            <a:endParaRPr/>
          </a:p>
          <a:p>
            <a:pPr>
              <a:defRPr/>
            </a:pPr>
            <a:r>
              <a:rPr/>
              <a:t>Kristiāns Leimanis</a:t>
            </a:r>
            <a:r>
              <a:rPr lang="lv-LV"/>
              <a:t> 9. grupa</a:t>
            </a:r>
            <a:endParaRPr/>
          </a:p>
          <a:p>
            <a:pPr>
              <a:defRPr/>
            </a:pPr>
            <a:r>
              <a:rPr lang="en-US" sz="27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Rīgas Metālapstrādes profesionālā vidusskola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646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Problēmas aktualitāte</a:t>
            </a:r>
            <a:endParaRPr/>
          </a:p>
        </p:txBody>
      </p:sp>
      <p:sp>
        <p:nvSpPr>
          <p:cNvPr id="2814022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Daudzu paroļu pārvaldīšana ir sarežģīta</a:t>
            </a:r>
            <a:endParaRPr/>
          </a:p>
          <a:p>
            <a:pPr>
              <a:defRPr/>
            </a:pPr>
            <a:r>
              <a:rPr/>
              <a:t>Lietotāji bieži izmanto vienādas paroles</a:t>
            </a:r>
            <a:endParaRPr/>
          </a:p>
          <a:p>
            <a:pPr>
              <a:defRPr/>
            </a:pPr>
            <a:r>
              <a:rPr/>
              <a:t>Nepieciešama droša datu uzglabāšana un</a:t>
            </a:r>
            <a:r>
              <a:rPr lang="lv-LV"/>
              <a:t> </a:t>
            </a:r>
            <a:r>
              <a:rPr/>
              <a:t>autentifikācija</a:t>
            </a:r>
            <a:endParaRPr/>
          </a:p>
        </p:txBody>
      </p:sp>
      <p:pic>
        <p:nvPicPr>
          <p:cNvPr id="17381643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71997" y="3750201"/>
            <a:ext cx="3870749" cy="25758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1905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Darba mērķis</a:t>
            </a:r>
            <a:endParaRPr/>
          </a:p>
        </p:txBody>
      </p:sp>
      <p:sp>
        <p:nvSpPr>
          <p:cNvPr id="2736761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Izstrādāt drošu tīmekļa lietojumprogrammu paroļu pārvaldībai, kas ļauj saglabāt, organizēt un aizsargāt lietotāju autentifikācijas datus.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3645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Izmantotās tehnoloģijas</a:t>
            </a:r>
            <a:endParaRPr/>
          </a:p>
        </p:txBody>
      </p:sp>
      <p:sp>
        <p:nvSpPr>
          <p:cNvPr id="11047942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Priekšgalsistēma:</a:t>
            </a:r>
            <a:endParaRPr/>
          </a:p>
          <a:p>
            <a:pPr>
              <a:defRPr/>
            </a:pPr>
            <a:r>
              <a:rPr/>
              <a:t>JavaScript</a:t>
            </a:r>
            <a:endParaRPr/>
          </a:p>
          <a:p>
            <a:pPr>
              <a:defRPr/>
            </a:pPr>
            <a:r>
              <a:rPr/>
              <a:t>PicoCSS</a:t>
            </a:r>
            <a:endParaRPr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Aizmugursistēma:</a:t>
            </a:r>
            <a:endParaRPr/>
          </a:p>
          <a:p>
            <a:pPr>
              <a:defRPr/>
            </a:pPr>
            <a:r>
              <a:rPr/>
              <a:t>PHP 8.2</a:t>
            </a:r>
            <a:endParaRPr/>
          </a:p>
          <a:p>
            <a:pPr>
              <a:defRPr/>
            </a:pPr>
            <a:r>
              <a:rPr/>
              <a:t>MariaDB</a:t>
            </a:r>
            <a:endParaRPr/>
          </a:p>
          <a:p>
            <a:pPr>
              <a:defRPr/>
            </a:pPr>
            <a:r>
              <a:rPr/>
              <a:t>scheb/2fa-email</a:t>
            </a:r>
            <a:endParaRPr/>
          </a:p>
          <a:p>
            <a:pPr>
              <a:defRPr/>
            </a:pPr>
            <a:r>
              <a:rPr/>
              <a:t>Symfony Mailer</a:t>
            </a:r>
            <a:endParaRPr/>
          </a:p>
        </p:txBody>
      </p:sp>
      <p:pic>
        <p:nvPicPr>
          <p:cNvPr id="27478823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936114" y="4560093"/>
            <a:ext cx="3142817" cy="1694656"/>
          </a:xfrm>
          <a:prstGeom prst="rect">
            <a:avLst/>
          </a:prstGeom>
        </p:spPr>
      </p:pic>
      <p:pic>
        <p:nvPicPr>
          <p:cNvPr id="7575956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36114" y="1968500"/>
            <a:ext cx="2143125" cy="2143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1224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Projekta struktūra / arhitektūra</a:t>
            </a:r>
            <a:endParaRPr/>
          </a:p>
        </p:txBody>
      </p:sp>
      <p:sp>
        <p:nvSpPr>
          <p:cNvPr id="8436426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Router un kontrolieri</a:t>
            </a:r>
            <a:endParaRPr/>
          </a:p>
          <a:p>
            <a:pPr>
              <a:defRPr/>
            </a:pPr>
            <a:r>
              <a:rPr/>
              <a:t>Core klases un datu apstrāde</a:t>
            </a:r>
            <a:endParaRPr/>
          </a:p>
          <a:p>
            <a:pPr>
              <a:defRPr/>
            </a:pPr>
            <a:r>
              <a:rPr/>
              <a:t>View faili lietotāja saskarnei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4522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Datubāzes struktūra</a:t>
            </a:r>
            <a:endParaRPr/>
          </a:p>
        </p:txBody>
      </p:sp>
      <p:sp>
        <p:nvSpPr>
          <p:cNvPr id="1339373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Lietotāji</a:t>
            </a:r>
            <a:r>
              <a:rPr lang="lv-LV"/>
              <a:t> – parastie lietotāji un administratori</a:t>
            </a:r>
            <a:endParaRPr/>
          </a:p>
          <a:p>
            <a:pPr>
              <a:defRPr/>
            </a:pPr>
            <a:r>
              <a:rPr/>
              <a:t>Paroles</a:t>
            </a:r>
            <a:endParaRPr/>
          </a:p>
          <a:p>
            <a:pPr>
              <a:defRPr/>
            </a:pPr>
            <a:r>
              <a:rPr lang="lv-LV"/>
              <a:t>M</a:t>
            </a:r>
            <a:r>
              <a:rPr/>
              <a:t>apes</a:t>
            </a:r>
            <a:endParaRPr/>
          </a:p>
        </p:txBody>
      </p:sp>
      <p:pic>
        <p:nvPicPr>
          <p:cNvPr id="80389292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2369343" y="2809874"/>
            <a:ext cx="6385219" cy="3441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380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Galvenās funkcijas</a:t>
            </a:r>
            <a:endParaRPr/>
          </a:p>
        </p:txBody>
      </p:sp>
      <p:sp>
        <p:nvSpPr>
          <p:cNvPr id="3686266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Lietotāju reģistrācija un autentifikācija</a:t>
            </a:r>
            <a:endParaRPr/>
          </a:p>
          <a:p>
            <a:pPr>
              <a:defRPr/>
            </a:pPr>
            <a:r>
              <a:rPr/>
              <a:t>Divu līmeņu autentifikācija</a:t>
            </a:r>
            <a:endParaRPr/>
          </a:p>
          <a:p>
            <a:pPr>
              <a:defRPr/>
            </a:pPr>
            <a:r>
              <a:rPr/>
              <a:t>Paroļu ģenerēšana</a:t>
            </a:r>
            <a:endParaRPr/>
          </a:p>
          <a:p>
            <a:pPr>
              <a:defRPr/>
            </a:pPr>
            <a:r>
              <a:rPr/>
              <a:t>Paroļu drošības pārbaude</a:t>
            </a:r>
            <a:endParaRPr/>
          </a:p>
          <a:p>
            <a:pPr>
              <a:defRPr/>
            </a:pPr>
            <a:r>
              <a:rPr/>
              <a:t>Mapju sistēma datu organizēšanai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6168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Reģistrācija un pieslēgšanās</a:t>
            </a:r>
            <a:endParaRPr/>
          </a:p>
        </p:txBody>
      </p:sp>
      <p:sp>
        <p:nvSpPr>
          <p:cNvPr id="10900261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Lietotāja reģistrācija</a:t>
            </a:r>
            <a:endParaRPr/>
          </a:p>
          <a:p>
            <a:pPr>
              <a:defRPr/>
            </a:pPr>
            <a:r>
              <a:rPr/>
              <a:t>Pieslēgšanās sistēmai</a:t>
            </a:r>
            <a:endParaRPr/>
          </a:p>
          <a:p>
            <a:pPr>
              <a:defRPr/>
            </a:pPr>
            <a:r>
              <a:rPr/>
              <a:t>Paroles atgūšana</a:t>
            </a:r>
            <a:endParaRPr/>
          </a:p>
        </p:txBody>
      </p:sp>
      <p:pic>
        <p:nvPicPr>
          <p:cNvPr id="1657130439" name=""/>
          <p:cNvPicPr>
            <a:picLocks noChangeAspect="1"/>
          </p:cNvPicPr>
          <p:nvPr/>
        </p:nvPicPr>
        <p:blipFill rotWithShape="1">
          <a:blip r:embed="rId3"/>
          <a:srcRect l="6615" t="13599" r="5634" b="10932"/>
          <a:stretch/>
        </p:blipFill>
        <p:spPr bwMode="auto">
          <a:xfrm flipH="0" flipV="0">
            <a:off x="1508426" y="3500437"/>
            <a:ext cx="6131718" cy="29662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3092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Divfaktoru autentifikācija</a:t>
            </a:r>
            <a:endParaRPr/>
          </a:p>
        </p:txBody>
      </p:sp>
      <p:sp>
        <p:nvSpPr>
          <p:cNvPr id="18167132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E-pasta verifikācijas kods</a:t>
            </a:r>
            <a:endParaRPr/>
          </a:p>
          <a:p>
            <a:pPr>
              <a:defRPr/>
            </a:pPr>
            <a:r>
              <a:rPr/>
              <a:t>Papildu aizsardzības slānis</a:t>
            </a:r>
            <a:endParaRPr/>
          </a:p>
          <a:p>
            <a:pPr>
              <a:defRPr/>
            </a:pPr>
            <a:r>
              <a:rPr/>
              <a:t>Nepareiza koda pārbaude</a:t>
            </a:r>
            <a:endParaRPr/>
          </a:p>
        </p:txBody>
      </p:sp>
      <p:pic>
        <p:nvPicPr>
          <p:cNvPr id="1141506579" name=""/>
          <p:cNvPicPr>
            <a:picLocks noChangeAspect="1"/>
          </p:cNvPicPr>
          <p:nvPr/>
        </p:nvPicPr>
        <p:blipFill rotWithShape="1">
          <a:blip r:embed="rId3"/>
          <a:srcRect l="3164" t="12037" r="3164" b="49768"/>
          <a:stretch/>
        </p:blipFill>
        <p:spPr bwMode="auto">
          <a:xfrm flipH="0" flipV="0">
            <a:off x="584603" y="4071937"/>
            <a:ext cx="7974788" cy="1829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0688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Paroļu saglabāšana un šifrēšana</a:t>
            </a:r>
            <a:endParaRPr/>
          </a:p>
        </p:txBody>
      </p:sp>
      <p:sp>
        <p:nvSpPr>
          <p:cNvPr id="203612013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30935" y="1828800"/>
            <a:ext cx="4639190" cy="4351338"/>
          </a:xfrm>
        </p:spPr>
        <p:txBody>
          <a:bodyPr/>
          <a:lstStyle/>
          <a:p>
            <a:pPr>
              <a:defRPr/>
            </a:pPr>
            <a:r>
              <a:rPr/>
              <a:t>Saglabāto paroļu un pielikumu šifrēšana</a:t>
            </a:r>
            <a:endParaRPr/>
          </a:p>
          <a:p>
            <a:pPr>
              <a:defRPr/>
            </a:pPr>
            <a:r>
              <a:rPr/>
              <a:t>Drošības filtri</a:t>
            </a:r>
            <a:endParaRPr/>
          </a:p>
          <a:p>
            <a:pPr>
              <a:defRPr/>
            </a:pPr>
            <a:r>
              <a:rPr/>
              <a:t>Paroļu stipruma pārbaude</a:t>
            </a:r>
            <a:endParaRPr/>
          </a:p>
        </p:txBody>
      </p:sp>
      <p:pic>
        <p:nvPicPr>
          <p:cNvPr id="5913963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967468" y="2448370"/>
            <a:ext cx="3787120" cy="25260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8807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Papildu funkcionalitāte</a:t>
            </a:r>
            <a:endParaRPr/>
          </a:p>
        </p:txBody>
      </p:sp>
      <p:sp>
        <p:nvSpPr>
          <p:cNvPr id="17838210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Failu pievienošana ierakstiem</a:t>
            </a:r>
            <a:endParaRPr/>
          </a:p>
          <a:p>
            <a:pPr>
              <a:defRPr/>
            </a:pPr>
            <a:r>
              <a:rPr/>
              <a:t>Paroļu rediģēšana un dzēšana</a:t>
            </a:r>
            <a:endParaRPr/>
          </a:p>
          <a:p>
            <a:pPr>
              <a:defRPr/>
            </a:pPr>
            <a:r>
              <a:rPr/>
              <a:t>Paroles atgūšana</a:t>
            </a:r>
            <a:endParaRPr/>
          </a:p>
          <a:p>
            <a:pPr>
              <a:defRPr/>
            </a:pPr>
            <a:r>
              <a:rPr/>
              <a:t>Administratora panelis</a:t>
            </a:r>
            <a:endParaRPr/>
          </a:p>
          <a:p>
            <a:pPr>
              <a:defRPr/>
            </a:pPr>
            <a:r>
              <a:rPr/>
              <a:t>Paziņojumu sistēma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1754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Drošības risinājumi</a:t>
            </a:r>
            <a:endParaRPr/>
          </a:p>
        </p:txBody>
      </p:sp>
      <p:sp>
        <p:nvSpPr>
          <p:cNvPr id="5988068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30935" y="1828800"/>
            <a:ext cx="3831373" cy="4351338"/>
          </a:xfrm>
        </p:spPr>
        <p:txBody>
          <a:bodyPr/>
          <a:lstStyle/>
          <a:p>
            <a:pPr>
              <a:defRPr/>
            </a:pPr>
            <a:r>
              <a:rPr/>
              <a:t>Paroļu šifrēšana</a:t>
            </a:r>
            <a:endParaRPr/>
          </a:p>
          <a:p>
            <a:pPr>
              <a:defRPr/>
            </a:pPr>
            <a:r>
              <a:rPr/>
              <a:t>Divu līmeņu autentifikācija</a:t>
            </a:r>
            <a:endParaRPr/>
          </a:p>
          <a:p>
            <a:pPr>
              <a:defRPr/>
            </a:pPr>
            <a:r>
              <a:rPr/>
              <a:t>Drošības filtri</a:t>
            </a:r>
            <a:endParaRPr/>
          </a:p>
          <a:p>
            <a:pPr>
              <a:defRPr/>
            </a:pPr>
            <a:r>
              <a:rPr/>
              <a:t>Paroļu stipruma pārbaude</a:t>
            </a:r>
            <a:endParaRPr/>
          </a:p>
        </p:txBody>
      </p:sp>
      <p:pic>
        <p:nvPicPr>
          <p:cNvPr id="18894153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72183" y="2127632"/>
            <a:ext cx="4643164" cy="3095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3331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Lietotāja iespējas</a:t>
            </a:r>
            <a:endParaRPr/>
          </a:p>
        </p:txBody>
      </p:sp>
      <p:sp>
        <p:nvSpPr>
          <p:cNvPr id="19027042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Saglabāt neierobežotu paroļu skaitu</a:t>
            </a:r>
            <a:endParaRPr/>
          </a:p>
          <a:p>
            <a:pPr>
              <a:defRPr/>
            </a:pPr>
            <a:r>
              <a:rPr/>
              <a:t>Organizēt datus mapēs</a:t>
            </a:r>
            <a:endParaRPr/>
          </a:p>
          <a:p>
            <a:pPr>
              <a:defRPr/>
            </a:pPr>
            <a:r>
              <a:rPr/>
              <a:t>ievienot failus</a:t>
            </a:r>
            <a:endParaRPr/>
          </a:p>
          <a:p>
            <a:pPr>
              <a:defRPr/>
            </a:pPr>
            <a:r>
              <a:rPr/>
              <a:t>Ģenerēt drošas paroles</a:t>
            </a:r>
            <a:endParaRPr/>
          </a:p>
        </p:txBody>
      </p:sp>
      <p:pic>
        <p:nvPicPr>
          <p:cNvPr id="14374998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02723" y="4310062"/>
            <a:ext cx="2143125" cy="2143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4178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Administratora iespējas</a:t>
            </a:r>
            <a:endParaRPr/>
          </a:p>
        </p:txBody>
      </p:sp>
      <p:sp>
        <p:nvSpPr>
          <p:cNvPr id="85503923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Skatīt statistiku</a:t>
            </a:r>
            <a:endParaRPr/>
          </a:p>
          <a:p>
            <a:pPr>
              <a:defRPr/>
            </a:pPr>
            <a:r>
              <a:rPr/>
              <a:t>Pārvaldīt sistēmu</a:t>
            </a:r>
            <a:endParaRPr/>
          </a:p>
          <a:p>
            <a:pPr>
              <a:defRPr/>
            </a:pPr>
            <a:r>
              <a:rPr/>
              <a:t>Sūtīt paziņojumus lietotājiem</a:t>
            </a:r>
            <a:endParaRPr/>
          </a:p>
        </p:txBody>
      </p:sp>
      <p:pic>
        <p:nvPicPr>
          <p:cNvPr id="2673716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00437" y="4004468"/>
            <a:ext cx="2143125" cy="2143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5859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Testēšanas piemēri</a:t>
            </a:r>
            <a:endParaRPr/>
          </a:p>
        </p:txBody>
      </p:sp>
      <p:sp>
        <p:nvSpPr>
          <p:cNvPr id="3266730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Vāja parole</a:t>
            </a:r>
            <a:endParaRPr/>
          </a:p>
          <a:p>
            <a:pPr>
              <a:defRPr/>
            </a:pPr>
            <a:r>
              <a:rPr/>
              <a:t>Nepareizs 2FA kods</a:t>
            </a:r>
            <a:endParaRPr/>
          </a:p>
          <a:p>
            <a:pPr>
              <a:defRPr/>
            </a:pPr>
            <a:r>
              <a:rPr/>
              <a:t>Neatļauts faila tips</a:t>
            </a:r>
            <a:endParaRPr/>
          </a:p>
          <a:p>
            <a:pPr>
              <a:defRPr/>
            </a:pPr>
            <a:r>
              <a:rPr/>
              <a:t>Piekļuves mēģinājums svešiem datiem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4733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Secinājumi</a:t>
            </a:r>
            <a:endParaRPr/>
          </a:p>
        </p:txBody>
      </p:sp>
      <p:sp>
        <p:nvSpPr>
          <p:cNvPr id="18936540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Izstrādāta droša paroļu pārvaldības sistēma</a:t>
            </a:r>
            <a:endParaRPr/>
          </a:p>
          <a:p>
            <a:pPr>
              <a:defRPr/>
            </a:pPr>
            <a:r>
              <a:rPr/>
              <a:t>Realizēta autentifikācija un divfaktoru aizsardzība</a:t>
            </a:r>
            <a:endParaRPr/>
          </a:p>
          <a:p>
            <a:pPr>
              <a:defRPr/>
            </a:pPr>
            <a:r>
              <a:rPr/>
              <a:t>Nodrošināta datu organizēšana un paplašināmība</a:t>
            </a:r>
            <a:endParaRPr/>
          </a:p>
          <a:p>
            <a:pPr>
              <a:defRPr/>
            </a:pPr>
            <a:r>
              <a:rPr/>
              <a:t>Sistēmu iespējams pilnveidot nākotnē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3106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Nākotnes uzlabojumi</a:t>
            </a:r>
            <a:endParaRPr/>
          </a:p>
        </p:txBody>
      </p:sp>
      <p:sp>
        <p:nvSpPr>
          <p:cNvPr id="10765623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Mobilā lietotne</a:t>
            </a:r>
            <a:endParaRPr/>
          </a:p>
          <a:p>
            <a:pPr>
              <a:defRPr/>
            </a:pPr>
            <a:r>
              <a:rPr/>
              <a:t>Pārlūkprogrammas paplašinājums</a:t>
            </a:r>
            <a:endParaRPr/>
          </a:p>
          <a:p>
            <a:pPr>
              <a:defRPr/>
            </a:pPr>
            <a:r>
              <a:rPr/>
              <a:t>Funkcionalitātes paplašināšana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9646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Paldies par uzmanību!</a:t>
            </a:r>
            <a:endParaRPr/>
          </a:p>
        </p:txBody>
      </p:sp>
      <p:sp>
        <p:nvSpPr>
          <p:cNvPr id="5314952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Jautājumi?</a:t>
            </a:r>
            <a:endParaRPr/>
          </a:p>
        </p:txBody>
      </p:sp>
      <p:pic>
        <p:nvPicPr>
          <p:cNvPr id="1164369792" name=""/>
          <p:cNvPicPr>
            <a:picLocks noChangeAspect="1"/>
          </p:cNvPicPr>
          <p:nvPr/>
        </p:nvPicPr>
        <p:blipFill rotWithShape="1">
          <a:blip r:embed="rId3">
            <a:alphaModFix amt="99999"/>
          </a:blip>
          <a:stretch/>
        </p:blipFill>
        <p:spPr bwMode="auto">
          <a:xfrm flipH="0" flipV="0">
            <a:off x="-77116" y="3804916"/>
            <a:ext cx="9927210" cy="4750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5</cp:revision>
  <dcterms:created xsi:type="dcterms:W3CDTF">2013-01-27T09:14:16Z</dcterms:created>
  <dcterms:modified xsi:type="dcterms:W3CDTF">2026-10-15T07:35:42Z</dcterms:modified>
  <cp:category/>
</cp:coreProperties>
</file>